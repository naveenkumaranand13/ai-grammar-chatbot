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497" r:id="rId3"/>
    <p:sldId id="499" r:id="rId4"/>
    <p:sldId id="500" r:id="rId5"/>
    <p:sldId id="501" r:id="rId6"/>
    <p:sldId id="502" r:id="rId7"/>
    <p:sldId id="503" r:id="rId8"/>
    <p:sldId id="504" r:id="rId9"/>
    <p:sldId id="505" r:id="rId10"/>
    <p:sldId id="506" r:id="rId11"/>
    <p:sldId id="507" r:id="rId12"/>
    <p:sldId id="269" r:id="rId13"/>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a:srgbClr val="0066B3"/>
    <a:srgbClr val="E31E24"/>
    <a:srgbClr val="006CB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C68DC0-478D-463F-A024-AA2B7D480296}" v="30" dt="2026-02-18T14:55:02.8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437" autoAdjust="0"/>
    <p:restoredTop sz="94660"/>
  </p:normalViewPr>
  <p:slideViewPr>
    <p:cSldViewPr>
      <p:cViewPr varScale="1">
        <p:scale>
          <a:sx n="74" d="100"/>
          <a:sy n="74" d="100"/>
        </p:scale>
        <p:origin x="499" y="67"/>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shwat kumar" userId="101b14f8e6678fad" providerId="LiveId" clId="{A3CA4006-2B8F-4982-9AD4-E9EC4D7A60A0}"/>
    <pc:docChg chg="undo custSel addSld delSld modSld">
      <pc:chgData name="shashwat kumar" userId="101b14f8e6678fad" providerId="LiveId" clId="{A3CA4006-2B8F-4982-9AD4-E9EC4D7A60A0}" dt="2026-02-18T14:55:16.868" v="214" actId="255"/>
      <pc:docMkLst>
        <pc:docMk/>
      </pc:docMkLst>
      <pc:sldChg chg="modSp mod">
        <pc:chgData name="shashwat kumar" userId="101b14f8e6678fad" providerId="LiveId" clId="{A3CA4006-2B8F-4982-9AD4-E9EC4D7A60A0}" dt="2026-02-18T14:53:26.933" v="206" actId="14100"/>
        <pc:sldMkLst>
          <pc:docMk/>
          <pc:sldMk cId="4142536426" sldId="497"/>
        </pc:sldMkLst>
        <pc:graphicFrameChg chg="mod modGraphic">
          <ac:chgData name="shashwat kumar" userId="101b14f8e6678fad" providerId="LiveId" clId="{A3CA4006-2B8F-4982-9AD4-E9EC4D7A60A0}" dt="2026-02-18T14:53:26.933" v="206" actId="14100"/>
          <ac:graphicFrameMkLst>
            <pc:docMk/>
            <pc:sldMk cId="4142536426" sldId="497"/>
            <ac:graphicFrameMk id="2" creationId="{232DFD41-0025-28B4-FE3B-A54FAEE28F42}"/>
          </ac:graphicFrameMkLst>
        </pc:graphicFrameChg>
      </pc:sldChg>
      <pc:sldChg chg="modSp mod">
        <pc:chgData name="shashwat kumar" userId="101b14f8e6678fad" providerId="LiveId" clId="{A3CA4006-2B8F-4982-9AD4-E9EC4D7A60A0}" dt="2026-02-18T14:34:48.417" v="2" actId="113"/>
        <pc:sldMkLst>
          <pc:docMk/>
          <pc:sldMk cId="3353784259" sldId="499"/>
        </pc:sldMkLst>
        <pc:spChg chg="mod">
          <ac:chgData name="shashwat kumar" userId="101b14f8e6678fad" providerId="LiveId" clId="{A3CA4006-2B8F-4982-9AD4-E9EC4D7A60A0}" dt="2026-02-18T14:34:48.417" v="2" actId="113"/>
          <ac:spMkLst>
            <pc:docMk/>
            <pc:sldMk cId="3353784259" sldId="499"/>
            <ac:spMk id="6" creationId="{AE24D516-77C6-C96A-5F77-D099623448D8}"/>
          </ac:spMkLst>
        </pc:spChg>
      </pc:sldChg>
      <pc:sldChg chg="addSp delSp modSp mod">
        <pc:chgData name="shashwat kumar" userId="101b14f8e6678fad" providerId="LiveId" clId="{A3CA4006-2B8F-4982-9AD4-E9EC4D7A60A0}" dt="2026-02-18T14:36:28.016" v="15" actId="14100"/>
        <pc:sldMkLst>
          <pc:docMk/>
          <pc:sldMk cId="1047329288" sldId="500"/>
        </pc:sldMkLst>
        <pc:spChg chg="add del">
          <ac:chgData name="shashwat kumar" userId="101b14f8e6678fad" providerId="LiveId" clId="{A3CA4006-2B8F-4982-9AD4-E9EC4D7A60A0}" dt="2026-02-18T14:35:19.368" v="4" actId="478"/>
          <ac:spMkLst>
            <pc:docMk/>
            <pc:sldMk cId="1047329288" sldId="500"/>
            <ac:spMk id="2" creationId="{0D8C8966-7AF0-E7E8-07CA-DE03AF666935}"/>
          </ac:spMkLst>
        </pc:spChg>
        <pc:spChg chg="del">
          <ac:chgData name="shashwat kumar" userId="101b14f8e6678fad" providerId="LiveId" clId="{A3CA4006-2B8F-4982-9AD4-E9EC4D7A60A0}" dt="2026-02-18T14:35:19.368" v="4" actId="478"/>
          <ac:spMkLst>
            <pc:docMk/>
            <pc:sldMk cId="1047329288" sldId="500"/>
            <ac:spMk id="6" creationId="{AE24D516-77C6-C96A-5F77-D099623448D8}"/>
          </ac:spMkLst>
        </pc:spChg>
        <pc:spChg chg="add del mod">
          <ac:chgData name="shashwat kumar" userId="101b14f8e6678fad" providerId="LiveId" clId="{A3CA4006-2B8F-4982-9AD4-E9EC4D7A60A0}" dt="2026-02-18T14:35:36.671" v="9"/>
          <ac:spMkLst>
            <pc:docMk/>
            <pc:sldMk cId="1047329288" sldId="500"/>
            <ac:spMk id="8" creationId="{31A0D359-039A-39B6-5509-B44987FA656E}"/>
          </ac:spMkLst>
        </pc:spChg>
        <pc:spChg chg="add mod">
          <ac:chgData name="shashwat kumar" userId="101b14f8e6678fad" providerId="LiveId" clId="{A3CA4006-2B8F-4982-9AD4-E9EC4D7A60A0}" dt="2026-02-18T14:36:28.016" v="15" actId="14100"/>
          <ac:spMkLst>
            <pc:docMk/>
            <pc:sldMk cId="1047329288" sldId="500"/>
            <ac:spMk id="10" creationId="{77F1D034-9E18-F973-848C-4AF0F324EF3B}"/>
          </ac:spMkLst>
        </pc:spChg>
        <pc:picChg chg="del mod">
          <ac:chgData name="shashwat kumar" userId="101b14f8e6678fad" providerId="LiveId" clId="{A3CA4006-2B8F-4982-9AD4-E9EC4D7A60A0}" dt="2026-02-18T14:35:31.503" v="8" actId="478"/>
          <ac:picMkLst>
            <pc:docMk/>
            <pc:sldMk cId="1047329288" sldId="500"/>
            <ac:picMk id="4" creationId="{00000000-0000-0000-0000-000000000000}"/>
          </ac:picMkLst>
        </pc:picChg>
      </pc:sldChg>
      <pc:sldChg chg="addSp delSp modSp add del mod">
        <pc:chgData name="shashwat kumar" userId="101b14f8e6678fad" providerId="LiveId" clId="{A3CA4006-2B8F-4982-9AD4-E9EC4D7A60A0}" dt="2026-02-18T14:39:26.527" v="36" actId="14100"/>
        <pc:sldMkLst>
          <pc:docMk/>
          <pc:sldMk cId="957423197" sldId="501"/>
        </pc:sldMkLst>
        <pc:spChg chg="add del">
          <ac:chgData name="shashwat kumar" userId="101b14f8e6678fad" providerId="LiveId" clId="{A3CA4006-2B8F-4982-9AD4-E9EC4D7A60A0}" dt="2026-02-18T14:38:05.775" v="23" actId="478"/>
          <ac:spMkLst>
            <pc:docMk/>
            <pc:sldMk cId="957423197" sldId="501"/>
            <ac:spMk id="2" creationId="{A2AA284D-5770-61C7-3C56-85BCE4578BE8}"/>
          </ac:spMkLst>
        </pc:spChg>
        <pc:spChg chg="add mod">
          <ac:chgData name="shashwat kumar" userId="101b14f8e6678fad" providerId="LiveId" clId="{A3CA4006-2B8F-4982-9AD4-E9EC4D7A60A0}" dt="2026-02-18T14:39:26.527" v="36" actId="14100"/>
          <ac:spMkLst>
            <pc:docMk/>
            <pc:sldMk cId="957423197" sldId="501"/>
            <ac:spMk id="3" creationId="{DE5373E9-A715-E251-A02F-C91B23149D41}"/>
          </ac:spMkLst>
        </pc:spChg>
        <pc:spChg chg="del">
          <ac:chgData name="shashwat kumar" userId="101b14f8e6678fad" providerId="LiveId" clId="{A3CA4006-2B8F-4982-9AD4-E9EC4D7A60A0}" dt="2026-02-18T14:38:05.775" v="23" actId="478"/>
          <ac:spMkLst>
            <pc:docMk/>
            <pc:sldMk cId="957423197" sldId="501"/>
            <ac:spMk id="6" creationId="{AE24D516-77C6-C96A-5F77-D099623448D8}"/>
          </ac:spMkLst>
        </pc:spChg>
        <pc:picChg chg="mod">
          <ac:chgData name="shashwat kumar" userId="101b14f8e6678fad" providerId="LiveId" clId="{A3CA4006-2B8F-4982-9AD4-E9EC4D7A60A0}" dt="2026-02-18T14:39:20.144" v="35" actId="1076"/>
          <ac:picMkLst>
            <pc:docMk/>
            <pc:sldMk cId="957423197" sldId="501"/>
            <ac:picMk id="4" creationId="{00000000-0000-0000-0000-000000000000}"/>
          </ac:picMkLst>
        </pc:picChg>
      </pc:sldChg>
      <pc:sldChg chg="modSp mod">
        <pc:chgData name="shashwat kumar" userId="101b14f8e6678fad" providerId="LiveId" clId="{A3CA4006-2B8F-4982-9AD4-E9EC4D7A60A0}" dt="2026-02-18T14:40:22.432" v="39" actId="255"/>
        <pc:sldMkLst>
          <pc:docMk/>
          <pc:sldMk cId="3295812248" sldId="502"/>
        </pc:sldMkLst>
        <pc:spChg chg="mod">
          <ac:chgData name="shashwat kumar" userId="101b14f8e6678fad" providerId="LiveId" clId="{A3CA4006-2B8F-4982-9AD4-E9EC4D7A60A0}" dt="2026-02-18T14:40:22.432" v="39" actId="255"/>
          <ac:spMkLst>
            <pc:docMk/>
            <pc:sldMk cId="3295812248" sldId="502"/>
            <ac:spMk id="6" creationId="{AE24D516-77C6-C96A-5F77-D099623448D8}"/>
          </ac:spMkLst>
        </pc:spChg>
      </pc:sldChg>
      <pc:sldChg chg="addSp delSp modSp mod">
        <pc:chgData name="shashwat kumar" userId="101b14f8e6678fad" providerId="LiveId" clId="{A3CA4006-2B8F-4982-9AD4-E9EC4D7A60A0}" dt="2026-02-18T14:55:16.868" v="214" actId="255"/>
        <pc:sldMkLst>
          <pc:docMk/>
          <pc:sldMk cId="2093371696" sldId="503"/>
        </pc:sldMkLst>
        <pc:spChg chg="add del mod">
          <ac:chgData name="shashwat kumar" userId="101b14f8e6678fad" providerId="LiveId" clId="{A3CA4006-2B8F-4982-9AD4-E9EC4D7A60A0}" dt="2026-02-18T14:55:16.868" v="214" actId="255"/>
          <ac:spMkLst>
            <pc:docMk/>
            <pc:sldMk cId="2093371696" sldId="503"/>
            <ac:spMk id="3" creationId="{C4C019B9-FD82-A386-E6CE-AFD73E3A81A6}"/>
          </ac:spMkLst>
        </pc:spChg>
        <pc:spChg chg="add del">
          <ac:chgData name="shashwat kumar" userId="101b14f8e6678fad" providerId="LiveId" clId="{A3CA4006-2B8F-4982-9AD4-E9EC4D7A60A0}" dt="2026-02-18T14:54:57.613" v="211" actId="478"/>
          <ac:spMkLst>
            <pc:docMk/>
            <pc:sldMk cId="2093371696" sldId="503"/>
            <ac:spMk id="5" creationId="{00000000-0000-0000-0000-000000000000}"/>
          </ac:spMkLst>
        </pc:spChg>
        <pc:spChg chg="add del">
          <ac:chgData name="shashwat kumar" userId="101b14f8e6678fad" providerId="LiveId" clId="{A3CA4006-2B8F-4982-9AD4-E9EC4D7A60A0}" dt="2026-02-18T14:54:57.613" v="211" actId="478"/>
          <ac:spMkLst>
            <pc:docMk/>
            <pc:sldMk cId="2093371696" sldId="503"/>
            <ac:spMk id="6" creationId="{AE24D516-77C6-C96A-5F77-D099623448D8}"/>
          </ac:spMkLst>
        </pc:spChg>
        <pc:spChg chg="add mod">
          <ac:chgData name="shashwat kumar" userId="101b14f8e6678fad" providerId="LiveId" clId="{A3CA4006-2B8F-4982-9AD4-E9EC4D7A60A0}" dt="2026-02-18T14:54:54.791" v="210" actId="478"/>
          <ac:spMkLst>
            <pc:docMk/>
            <pc:sldMk cId="2093371696" sldId="503"/>
            <ac:spMk id="8" creationId="{C70DF227-85F0-D09C-0FE1-82810A0A484B}"/>
          </ac:spMkLst>
        </pc:spChg>
        <pc:picChg chg="add del">
          <ac:chgData name="shashwat kumar" userId="101b14f8e6678fad" providerId="LiveId" clId="{A3CA4006-2B8F-4982-9AD4-E9EC4D7A60A0}" dt="2026-02-18T14:54:57.613" v="211" actId="478"/>
          <ac:picMkLst>
            <pc:docMk/>
            <pc:sldMk cId="2093371696" sldId="503"/>
            <ac:picMk id="4" creationId="{00000000-0000-0000-0000-000000000000}"/>
          </ac:picMkLst>
        </pc:picChg>
        <pc:picChg chg="add del">
          <ac:chgData name="shashwat kumar" userId="101b14f8e6678fad" providerId="LiveId" clId="{A3CA4006-2B8F-4982-9AD4-E9EC4D7A60A0}" dt="2026-02-18T14:54:57.613" v="211" actId="478"/>
          <ac:picMkLst>
            <pc:docMk/>
            <pc:sldMk cId="2093371696" sldId="503"/>
            <ac:picMk id="9" creationId="{00000000-0000-0000-0000-000000000000}"/>
          </ac:picMkLst>
        </pc:picChg>
        <pc:cxnChg chg="add del">
          <ac:chgData name="shashwat kumar" userId="101b14f8e6678fad" providerId="LiveId" clId="{A3CA4006-2B8F-4982-9AD4-E9EC4D7A60A0}" dt="2026-02-18T14:54:57.613" v="211" actId="478"/>
          <ac:cxnSpMkLst>
            <pc:docMk/>
            <pc:sldMk cId="2093371696" sldId="503"/>
            <ac:cxnSpMk id="7" creationId="{00000000-0000-0000-0000-000000000000}"/>
          </ac:cxnSpMkLst>
        </pc:cxnChg>
      </pc:sldChg>
      <pc:sldChg chg="modSp mod">
        <pc:chgData name="shashwat kumar" userId="101b14f8e6678fad" providerId="LiveId" clId="{A3CA4006-2B8F-4982-9AD4-E9EC4D7A60A0}" dt="2026-02-18T14:45:02.651" v="99" actId="14100"/>
        <pc:sldMkLst>
          <pc:docMk/>
          <pc:sldMk cId="3449068858" sldId="504"/>
        </pc:sldMkLst>
        <pc:spChg chg="mod">
          <ac:chgData name="shashwat kumar" userId="101b14f8e6678fad" providerId="LiveId" clId="{A3CA4006-2B8F-4982-9AD4-E9EC4D7A60A0}" dt="2026-02-18T14:45:02.651" v="99" actId="14100"/>
          <ac:spMkLst>
            <pc:docMk/>
            <pc:sldMk cId="3449068858" sldId="504"/>
            <ac:spMk id="3" creationId="{C67A919E-7DB1-E6B8-D950-8901A88C816D}"/>
          </ac:spMkLst>
        </pc:spChg>
      </pc:sldChg>
      <pc:sldChg chg="modSp mod">
        <pc:chgData name="shashwat kumar" userId="101b14f8e6678fad" providerId="LiveId" clId="{A3CA4006-2B8F-4982-9AD4-E9EC4D7A60A0}" dt="2026-02-18T14:46:40.363" v="148" actId="20577"/>
        <pc:sldMkLst>
          <pc:docMk/>
          <pc:sldMk cId="1099878333" sldId="505"/>
        </pc:sldMkLst>
        <pc:spChg chg="mod">
          <ac:chgData name="shashwat kumar" userId="101b14f8e6678fad" providerId="LiveId" clId="{A3CA4006-2B8F-4982-9AD4-E9EC4D7A60A0}" dt="2026-02-18T14:46:40.363" v="148" actId="20577"/>
          <ac:spMkLst>
            <pc:docMk/>
            <pc:sldMk cId="1099878333" sldId="505"/>
            <ac:spMk id="3" creationId="{659AC123-1FF4-759B-44D8-95C077A7D7D5}"/>
          </ac:spMkLst>
        </pc:spChg>
      </pc:sldChg>
      <pc:sldChg chg="modSp mod">
        <pc:chgData name="shashwat kumar" userId="101b14f8e6678fad" providerId="LiveId" clId="{A3CA4006-2B8F-4982-9AD4-E9EC4D7A60A0}" dt="2026-02-18T14:47:19.478" v="150" actId="255"/>
        <pc:sldMkLst>
          <pc:docMk/>
          <pc:sldMk cId="256260487" sldId="506"/>
        </pc:sldMkLst>
        <pc:spChg chg="mod">
          <ac:chgData name="shashwat kumar" userId="101b14f8e6678fad" providerId="LiveId" clId="{A3CA4006-2B8F-4982-9AD4-E9EC4D7A60A0}" dt="2026-02-18T14:47:19.478" v="150" actId="255"/>
          <ac:spMkLst>
            <pc:docMk/>
            <pc:sldMk cId="256260487" sldId="506"/>
            <ac:spMk id="6" creationId="{AE24D516-77C6-C96A-5F77-D099623448D8}"/>
          </ac:spMkLst>
        </pc:spChg>
      </pc:sldChg>
      <pc:sldChg chg="addSp delSp modSp mod">
        <pc:chgData name="shashwat kumar" userId="101b14f8e6678fad" providerId="LiveId" clId="{A3CA4006-2B8F-4982-9AD4-E9EC4D7A60A0}" dt="2026-02-18T14:51:46.292" v="166" actId="20577"/>
        <pc:sldMkLst>
          <pc:docMk/>
          <pc:sldMk cId="3449508277" sldId="507"/>
        </pc:sldMkLst>
        <pc:spChg chg="add del mod">
          <ac:chgData name="shashwat kumar" userId="101b14f8e6678fad" providerId="LiveId" clId="{A3CA4006-2B8F-4982-9AD4-E9EC4D7A60A0}" dt="2026-02-18T14:48:14.773" v="157" actId="478"/>
          <ac:spMkLst>
            <pc:docMk/>
            <pc:sldMk cId="3449508277" sldId="507"/>
            <ac:spMk id="3" creationId="{3EFC42AB-18CA-0963-DBE1-ABF7FDD5C215}"/>
          </ac:spMkLst>
        </pc:spChg>
        <pc:spChg chg="add del">
          <ac:chgData name="shashwat kumar" userId="101b14f8e6678fad" providerId="LiveId" clId="{A3CA4006-2B8F-4982-9AD4-E9EC4D7A60A0}" dt="2026-02-18T14:48:14.773" v="157" actId="478"/>
          <ac:spMkLst>
            <pc:docMk/>
            <pc:sldMk cId="3449508277" sldId="507"/>
            <ac:spMk id="5" creationId="{3B6D9598-AD90-B9CA-8610-998CE22F1CA3}"/>
          </ac:spMkLst>
        </pc:spChg>
        <pc:spChg chg="add del">
          <ac:chgData name="shashwat kumar" userId="101b14f8e6678fad" providerId="LiveId" clId="{A3CA4006-2B8F-4982-9AD4-E9EC4D7A60A0}" dt="2026-02-18T14:48:14.773" v="157" actId="478"/>
          <ac:spMkLst>
            <pc:docMk/>
            <pc:sldMk cId="3449508277" sldId="507"/>
            <ac:spMk id="6" creationId="{C166FAC4-E627-209B-D9A4-20EC84D69C44}"/>
          </ac:spMkLst>
        </pc:spChg>
        <pc:spChg chg="add mod">
          <ac:chgData name="shashwat kumar" userId="101b14f8e6678fad" providerId="LiveId" clId="{A3CA4006-2B8F-4982-9AD4-E9EC4D7A60A0}" dt="2026-02-18T14:48:11.473" v="156" actId="478"/>
          <ac:spMkLst>
            <pc:docMk/>
            <pc:sldMk cId="3449508277" sldId="507"/>
            <ac:spMk id="14" creationId="{CF4F6657-BE62-6B89-9790-C94B2925BED9}"/>
          </ac:spMkLst>
        </pc:spChg>
        <pc:spChg chg="add mod">
          <ac:chgData name="shashwat kumar" userId="101b14f8e6678fad" providerId="LiveId" clId="{A3CA4006-2B8F-4982-9AD4-E9EC4D7A60A0}" dt="2026-02-18T14:51:46.292" v="166" actId="20577"/>
          <ac:spMkLst>
            <pc:docMk/>
            <pc:sldMk cId="3449508277" sldId="507"/>
            <ac:spMk id="16" creationId="{3BF333F5-B4DA-FE32-6737-AEB75EABAA7E}"/>
          </ac:spMkLst>
        </pc:spChg>
        <pc:graphicFrameChg chg="add del mod">
          <ac:chgData name="shashwat kumar" userId="101b14f8e6678fad" providerId="LiveId" clId="{A3CA4006-2B8F-4982-9AD4-E9EC4D7A60A0}" dt="2026-02-18T14:48:14.773" v="157" actId="478"/>
          <ac:graphicFrameMkLst>
            <pc:docMk/>
            <pc:sldMk cId="3449508277" sldId="507"/>
            <ac:graphicFrameMk id="2" creationId="{0FC10388-AE2F-1613-22EC-BAFE104C2587}"/>
          </ac:graphicFrameMkLst>
        </pc:graphicFrameChg>
        <pc:graphicFrameChg chg="add mod">
          <ac:chgData name="shashwat kumar" userId="101b14f8e6678fad" providerId="LiveId" clId="{A3CA4006-2B8F-4982-9AD4-E9EC4D7A60A0}" dt="2026-02-18T14:47:59.617" v="153"/>
          <ac:graphicFrameMkLst>
            <pc:docMk/>
            <pc:sldMk cId="3449508277" sldId="507"/>
            <ac:graphicFrameMk id="8" creationId="{7C43841D-2D16-04DA-E1E5-B72DF871EAB7}"/>
          </ac:graphicFrameMkLst>
        </pc:graphicFrameChg>
        <pc:graphicFrameChg chg="add del mod">
          <ac:chgData name="shashwat kumar" userId="101b14f8e6678fad" providerId="LiveId" clId="{A3CA4006-2B8F-4982-9AD4-E9EC4D7A60A0}" dt="2026-02-18T14:48:14.773" v="157" actId="478"/>
          <ac:graphicFrameMkLst>
            <pc:docMk/>
            <pc:sldMk cId="3449508277" sldId="507"/>
            <ac:graphicFrameMk id="10" creationId="{DC82A303-D6FF-E846-EEF4-236BFB47F9F4}"/>
          </ac:graphicFrameMkLst>
        </pc:graphicFrameChg>
        <pc:graphicFrameChg chg="add del mod">
          <ac:chgData name="shashwat kumar" userId="101b14f8e6678fad" providerId="LiveId" clId="{A3CA4006-2B8F-4982-9AD4-E9EC4D7A60A0}" dt="2026-02-18T14:48:14.773" v="157" actId="478"/>
          <ac:graphicFrameMkLst>
            <pc:docMk/>
            <pc:sldMk cId="3449508277" sldId="507"/>
            <ac:graphicFrameMk id="11" creationId="{1BBC853C-DAC2-5CA8-21E0-47A8662AFC74}"/>
          </ac:graphicFrameMkLst>
        </pc:graphicFrameChg>
        <pc:graphicFrameChg chg="add mod">
          <ac:chgData name="shashwat kumar" userId="101b14f8e6678fad" providerId="LiveId" clId="{A3CA4006-2B8F-4982-9AD4-E9EC4D7A60A0}" dt="2026-02-18T14:48:14.773" v="157" actId="478"/>
          <ac:graphicFrameMkLst>
            <pc:docMk/>
            <pc:sldMk cId="3449508277" sldId="507"/>
            <ac:graphicFrameMk id="12" creationId="{DCE72793-0973-8EB9-B9F3-218915B37CC5}"/>
          </ac:graphicFrameMkLst>
        </pc:graphicFrameChg>
        <pc:graphicFrameChg chg="add del mod modGraphic">
          <ac:chgData name="shashwat kumar" userId="101b14f8e6678fad" providerId="LiveId" clId="{A3CA4006-2B8F-4982-9AD4-E9EC4D7A60A0}" dt="2026-02-18T14:48:16.151" v="159" actId="14100"/>
          <ac:graphicFrameMkLst>
            <pc:docMk/>
            <pc:sldMk cId="3449508277" sldId="507"/>
            <ac:graphicFrameMk id="13" creationId="{82FC5A01-4F1E-BCE0-7D70-0AB5D9FFF6DC}"/>
          </ac:graphicFrameMkLst>
        </pc:graphicFrameChg>
        <pc:picChg chg="add del">
          <ac:chgData name="shashwat kumar" userId="101b14f8e6678fad" providerId="LiveId" clId="{A3CA4006-2B8F-4982-9AD4-E9EC4D7A60A0}" dt="2026-02-18T14:48:14.773" v="157" actId="478"/>
          <ac:picMkLst>
            <pc:docMk/>
            <pc:sldMk cId="3449508277" sldId="507"/>
            <ac:picMk id="4" creationId="{52FB631E-E469-C80D-C58A-99E545F3785B}"/>
          </ac:picMkLst>
        </pc:picChg>
        <pc:picChg chg="add del">
          <ac:chgData name="shashwat kumar" userId="101b14f8e6678fad" providerId="LiveId" clId="{A3CA4006-2B8F-4982-9AD4-E9EC4D7A60A0}" dt="2026-02-18T14:48:14.773" v="157" actId="478"/>
          <ac:picMkLst>
            <pc:docMk/>
            <pc:sldMk cId="3449508277" sldId="507"/>
            <ac:picMk id="9" creationId="{4066F8A4-300F-9AE0-4A5E-2A2D19A8A541}"/>
          </ac:picMkLst>
        </pc:picChg>
      </pc:sldChg>
      <pc:sldChg chg="new add del">
        <pc:chgData name="shashwat kumar" userId="101b14f8e6678fad" providerId="LiveId" clId="{A3CA4006-2B8F-4982-9AD4-E9EC4D7A60A0}" dt="2026-02-18T14:37:53.218" v="20" actId="680"/>
        <pc:sldMkLst>
          <pc:docMk/>
          <pc:sldMk cId="284485874" sldId="508"/>
        </pc:sldMkLst>
      </pc:sldChg>
      <pc:sldChg chg="new del">
        <pc:chgData name="shashwat kumar" userId="101b14f8e6678fad" providerId="LiveId" clId="{A3CA4006-2B8F-4982-9AD4-E9EC4D7A60A0}" dt="2026-02-18T14:52:40.815" v="168" actId="680"/>
        <pc:sldMkLst>
          <pc:docMk/>
          <pc:sldMk cId="4262886921" sldId="50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18-02-2026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3635600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354669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4150468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160893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16237544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1469640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36360504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4271546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4183691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A6B61-674B-0ABF-F5C3-A72BF2845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FBED0-DE41-A040-921A-D95B51852C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3F754-664A-ECDE-8199-65800D97632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CAF3E54-5ADF-52CC-11B5-B7F7837DEE42}"/>
              </a:ext>
            </a:extLst>
          </p:cNvPr>
          <p:cNvSpPr>
            <a:spLocks noGrp="1"/>
          </p:cNvSpPr>
          <p:nvPr>
            <p:ph type="sldNum" sz="quarter" idx="5"/>
          </p:nvPr>
        </p:nvSpPr>
        <p:spPr/>
        <p:txBody>
          <a:bodyPr/>
          <a:lstStyle/>
          <a:p>
            <a:fld id="{DAB949B3-C4AB-4FB2-8B24-B07A558BD59F}" type="slidenum">
              <a:rPr lang="en-IN" smtClean="0"/>
              <a:t>11</a:t>
            </a:fld>
            <a:endParaRPr lang="en-IN"/>
          </a:p>
        </p:txBody>
      </p:sp>
    </p:spTree>
    <p:extLst>
      <p:ext uri="{BB962C8B-B14F-4D97-AF65-F5344CB8AC3E}">
        <p14:creationId xmlns:p14="http://schemas.microsoft.com/office/powerpoint/2010/main" val="3277129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18-02-2026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18-02-2026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18-02-2026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18-02-2026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18-02-2026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18-02-2026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18-02-2026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2"/>
          <a:stretch>
            <a:fillRect/>
          </a:stretch>
        </p:blipFill>
        <p:spPr>
          <a:xfrm>
            <a:off x="0" y="0"/>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4260" y="-27384"/>
            <a:ext cx="9180512" cy="6885384"/>
          </a:xfrm>
        </p:spPr>
      </p:pic>
      <p:cxnSp>
        <p:nvCxnSpPr>
          <p:cNvPr id="11" name="Straight Connector 10"/>
          <p:cNvCxnSpPr/>
          <p:nvPr/>
        </p:nvCxnSpPr>
        <p:spPr>
          <a:xfrm>
            <a:off x="1520415" y="2060848"/>
            <a:ext cx="6306546"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0382" y="150274"/>
            <a:ext cx="6396065" cy="920873"/>
          </a:xfrm>
          <a:prstGeom prst="rect">
            <a:avLst/>
          </a:prstGeom>
        </p:spPr>
      </p:pic>
      <p:sp>
        <p:nvSpPr>
          <p:cNvPr id="13" name="TextBox 12"/>
          <p:cNvSpPr txBox="1"/>
          <p:nvPr/>
        </p:nvSpPr>
        <p:spPr>
          <a:xfrm>
            <a:off x="236440" y="2219553"/>
            <a:ext cx="8784976" cy="830997"/>
          </a:xfrm>
          <a:prstGeom prst="rect">
            <a:avLst/>
          </a:prstGeom>
          <a:noFill/>
        </p:spPr>
        <p:txBody>
          <a:bodyPr wrap="square" rtlCol="0">
            <a:spAutoFit/>
          </a:bodyPr>
          <a:lstStyle/>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Pre-Final Year Project Synopsis</a:t>
            </a:r>
          </a:p>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Submitted by</a:t>
            </a:r>
          </a:p>
        </p:txBody>
      </p:sp>
      <p:graphicFrame>
        <p:nvGraphicFramePr>
          <p:cNvPr id="2" name="Table 2">
            <a:extLst>
              <a:ext uri="{FF2B5EF4-FFF2-40B4-BE49-F238E27FC236}">
                <a16:creationId xmlns:a16="http://schemas.microsoft.com/office/drawing/2014/main" id="{232DFD41-0025-28B4-FE3B-A54FAEE28F42}"/>
              </a:ext>
            </a:extLst>
          </p:cNvPr>
          <p:cNvGraphicFramePr>
            <a:graphicFrameLocks noGrp="1"/>
          </p:cNvGraphicFramePr>
          <p:nvPr>
            <p:extLst>
              <p:ext uri="{D42A27DB-BD31-4B8C-83A1-F6EECF244321}">
                <p14:modId xmlns:p14="http://schemas.microsoft.com/office/powerpoint/2010/main" val="3544617772"/>
              </p:ext>
            </p:extLst>
          </p:nvPr>
        </p:nvGraphicFramePr>
        <p:xfrm>
          <a:off x="1696134" y="3086001"/>
          <a:ext cx="6260242" cy="2211485"/>
        </p:xfrm>
        <a:graphic>
          <a:graphicData uri="http://schemas.openxmlformats.org/drawingml/2006/table">
            <a:tbl>
              <a:tblPr firstRow="1" bandRow="1">
                <a:tableStyleId>{5C22544A-7EE6-4342-B048-85BDC9FD1C3A}</a:tableStyleId>
              </a:tblPr>
              <a:tblGrid>
                <a:gridCol w="3130121">
                  <a:extLst>
                    <a:ext uri="{9D8B030D-6E8A-4147-A177-3AD203B41FA5}">
                      <a16:colId xmlns:a16="http://schemas.microsoft.com/office/drawing/2014/main" val="3537270469"/>
                    </a:ext>
                  </a:extLst>
                </a:gridCol>
                <a:gridCol w="3130121">
                  <a:extLst>
                    <a:ext uri="{9D8B030D-6E8A-4147-A177-3AD203B41FA5}">
                      <a16:colId xmlns:a16="http://schemas.microsoft.com/office/drawing/2014/main" val="3305024946"/>
                    </a:ext>
                  </a:extLst>
                </a:gridCol>
              </a:tblGrid>
              <a:tr h="442297">
                <a:tc>
                  <a:txBody>
                    <a:bodyPr/>
                    <a:lstStyle/>
                    <a:p>
                      <a:pPr algn="ctr"/>
                      <a:r>
                        <a:rPr lang="en-US" dirty="0"/>
                        <a:t>ROLL</a:t>
                      </a:r>
                    </a:p>
                  </a:txBody>
                  <a:tcPr/>
                </a:tc>
                <a:tc>
                  <a:txBody>
                    <a:bodyPr/>
                    <a:lstStyle/>
                    <a:p>
                      <a:pPr algn="ctr"/>
                      <a:r>
                        <a:rPr lang="en-US" dirty="0"/>
                        <a:t>NAME</a:t>
                      </a:r>
                    </a:p>
                  </a:txBody>
                  <a:tcPr/>
                </a:tc>
                <a:extLst>
                  <a:ext uri="{0D108BD9-81ED-4DB2-BD59-A6C34878D82A}">
                    <a16:rowId xmlns:a16="http://schemas.microsoft.com/office/drawing/2014/main" val="1765898331"/>
                  </a:ext>
                </a:extLst>
              </a:tr>
              <a:tr h="442297">
                <a:tc>
                  <a:txBody>
                    <a:bodyPr/>
                    <a:lstStyle/>
                    <a:p>
                      <a:r>
                        <a:rPr lang="en-US" dirty="0"/>
                        <a:t>2501350037</a:t>
                      </a:r>
                    </a:p>
                  </a:txBody>
                  <a:tcPr/>
                </a:tc>
                <a:tc>
                  <a:txBody>
                    <a:bodyPr/>
                    <a:lstStyle/>
                    <a:p>
                      <a:r>
                        <a:rPr lang="en-US" dirty="0"/>
                        <a:t>shashwat</a:t>
                      </a:r>
                    </a:p>
                  </a:txBody>
                  <a:tcPr/>
                </a:tc>
                <a:extLst>
                  <a:ext uri="{0D108BD9-81ED-4DB2-BD59-A6C34878D82A}">
                    <a16:rowId xmlns:a16="http://schemas.microsoft.com/office/drawing/2014/main" val="4176101868"/>
                  </a:ext>
                </a:extLst>
              </a:tr>
              <a:tr h="442297">
                <a:tc>
                  <a:txBody>
                    <a:bodyPr/>
                    <a:lstStyle/>
                    <a:p>
                      <a:endParaRPr lang="en-US" dirty="0"/>
                    </a:p>
                  </a:txBody>
                  <a:tcPr/>
                </a:tc>
                <a:tc>
                  <a:txBody>
                    <a:bodyPr/>
                    <a:lstStyle/>
                    <a:p>
                      <a:r>
                        <a:rPr lang="en-US" dirty="0"/>
                        <a:t>Naveen </a:t>
                      </a:r>
                      <a:r>
                        <a:rPr lang="en-US" dirty="0" err="1"/>
                        <a:t>anand</a:t>
                      </a:r>
                      <a:endParaRPr lang="en-US" dirty="0"/>
                    </a:p>
                  </a:txBody>
                  <a:tcPr/>
                </a:tc>
                <a:extLst>
                  <a:ext uri="{0D108BD9-81ED-4DB2-BD59-A6C34878D82A}">
                    <a16:rowId xmlns:a16="http://schemas.microsoft.com/office/drawing/2014/main" val="1958206324"/>
                  </a:ext>
                </a:extLst>
              </a:tr>
              <a:tr h="442297">
                <a:tc>
                  <a:txBody>
                    <a:bodyPr/>
                    <a:lstStyle/>
                    <a:p>
                      <a:endParaRPr lang="en-US" dirty="0"/>
                    </a:p>
                  </a:txBody>
                  <a:tcPr/>
                </a:tc>
                <a:tc>
                  <a:txBody>
                    <a:bodyPr/>
                    <a:lstStyle/>
                    <a:p>
                      <a:r>
                        <a:rPr lang="en-US" dirty="0" err="1"/>
                        <a:t>bharat</a:t>
                      </a:r>
                      <a:endParaRPr lang="en-US" dirty="0"/>
                    </a:p>
                  </a:txBody>
                  <a:tcPr/>
                </a:tc>
                <a:extLst>
                  <a:ext uri="{0D108BD9-81ED-4DB2-BD59-A6C34878D82A}">
                    <a16:rowId xmlns:a16="http://schemas.microsoft.com/office/drawing/2014/main" val="441949598"/>
                  </a:ext>
                </a:extLst>
              </a:tr>
              <a:tr h="44229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043375068"/>
                  </a:ext>
                </a:extLst>
              </a:tr>
            </a:tbl>
          </a:graphicData>
        </a:graphic>
      </p:graphicFrame>
      <p:sp>
        <p:nvSpPr>
          <p:cNvPr id="5" name="TextBox 4">
            <a:extLst>
              <a:ext uri="{FF2B5EF4-FFF2-40B4-BE49-F238E27FC236}">
                <a16:creationId xmlns:a16="http://schemas.microsoft.com/office/drawing/2014/main" id="{3DF18845-4075-32C5-8F4A-4F40F86E837F}"/>
              </a:ext>
            </a:extLst>
          </p:cNvPr>
          <p:cNvSpPr txBox="1"/>
          <p:nvPr/>
        </p:nvSpPr>
        <p:spPr>
          <a:xfrm>
            <a:off x="2299287" y="1212054"/>
            <a:ext cx="4659282" cy="707886"/>
          </a:xfrm>
          <a:prstGeom prst="rect">
            <a:avLst/>
          </a:prstGeom>
          <a:noFill/>
        </p:spPr>
        <p:txBody>
          <a:bodyPr wrap="square">
            <a:spAutoFit/>
          </a:bodyPr>
          <a:lstStyle/>
          <a:p>
            <a:pPr lvl="0" algn="ctr">
              <a:buSzPct val="25000"/>
            </a:pPr>
            <a:r>
              <a:rPr lang="en-IN" sz="4000" b="1" dirty="0">
                <a:solidFill>
                  <a:srgbClr val="C00000"/>
                </a:solidFill>
                <a:ea typeface="Cambria" panose="02040503050406030204" pitchFamily="18" charset="0"/>
                <a:cs typeface="Times New Roman" panose="02020603050405020304" pitchFamily="18" charset="0"/>
                <a:sym typeface="Arial"/>
              </a:rPr>
              <a:t>Project Title</a:t>
            </a:r>
          </a:p>
        </p:txBody>
      </p:sp>
      <p:sp>
        <p:nvSpPr>
          <p:cNvPr id="8" name="TextBox 7">
            <a:extLst>
              <a:ext uri="{FF2B5EF4-FFF2-40B4-BE49-F238E27FC236}">
                <a16:creationId xmlns:a16="http://schemas.microsoft.com/office/drawing/2014/main" id="{40D4C745-33B7-0116-E20F-11A7F0DFD46F}"/>
              </a:ext>
            </a:extLst>
          </p:cNvPr>
          <p:cNvSpPr txBox="1"/>
          <p:nvPr/>
        </p:nvSpPr>
        <p:spPr>
          <a:xfrm>
            <a:off x="236440" y="5733256"/>
            <a:ext cx="8584032" cy="369332"/>
          </a:xfrm>
          <a:prstGeom prst="rect">
            <a:avLst/>
          </a:prstGeom>
          <a:noFill/>
        </p:spPr>
        <p:txBody>
          <a:bodyPr wrap="square">
            <a:spAutoFit/>
          </a:bodyPr>
          <a:lstStyle/>
          <a:p>
            <a:pPr lvl="0">
              <a:buSzPct val="25000"/>
            </a:pPr>
            <a:r>
              <a:rPr lang="en-IN" b="1" dirty="0">
                <a:solidFill>
                  <a:srgbClr val="0070C0"/>
                </a:solidFill>
                <a:ea typeface="Cambria" panose="02040503050406030204" pitchFamily="18" charset="0"/>
                <a:cs typeface="Times New Roman" panose="02020603050405020304" pitchFamily="18" charset="0"/>
                <a:sym typeface="Arial"/>
              </a:rPr>
              <a:t>Faculty Mentor:</a:t>
            </a:r>
            <a:r>
              <a:rPr lang="en-IN" sz="1800" b="1" dirty="0">
                <a:solidFill>
                  <a:srgbClr val="0070C0"/>
                </a:solidFill>
                <a:ea typeface="Cambria" panose="02040503050406030204" pitchFamily="18" charset="0"/>
                <a:cs typeface="Times New Roman" panose="02020603050405020304" pitchFamily="18" charset="0"/>
                <a:sym typeface="Arial"/>
              </a:rPr>
              <a:t> </a:t>
            </a:r>
          </a:p>
        </p:txBody>
      </p:sp>
    </p:spTree>
    <p:extLst>
      <p:ext uri="{BB962C8B-B14F-4D97-AF65-F5344CB8AC3E}">
        <p14:creationId xmlns:p14="http://schemas.microsoft.com/office/powerpoint/2010/main" val="414253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85652"/>
          </a:xfrm>
          <a:prstGeom prst="rect">
            <a:avLst/>
          </a:prstGeom>
          <a:noFill/>
        </p:spPr>
        <p:txBody>
          <a:bodyPr wrap="square">
            <a:spAutoFit/>
          </a:bodyPr>
          <a:lstStyle/>
          <a:p>
            <a:r>
              <a:rPr lang="en-US" sz="2400" b="1" dirty="0"/>
              <a:t>This project focuses on developing an AI-powered conversational chatbot that interacts with users in a target language (e.g., Spanish) and corrects their grammar mistakes in real time. The bot will help learners improve language skills through interactive conversation, instant feedback, and grammar explanations.</a:t>
            </a:r>
          </a:p>
          <a:p>
            <a:r>
              <a:rPr lang="en-US" sz="2400" b="1" dirty="0"/>
              <a:t>The system uses Natural Language Processing (NLP), Machine Translation, and Grammar Checking techniques to analyze user input, detect errors, and provide corrected responses.</a:t>
            </a:r>
          </a:p>
          <a:p>
            <a:r>
              <a:rPr lang="en-US" sz="2400" b="1" dirty="0"/>
              <a:t>This project is useful in EdTech platforms, language learning apps, and educational institutions.</a:t>
            </a:r>
          </a:p>
        </p:txBody>
      </p:sp>
    </p:spTree>
    <p:extLst>
      <p:ext uri="{BB962C8B-B14F-4D97-AF65-F5344CB8AC3E}">
        <p14:creationId xmlns:p14="http://schemas.microsoft.com/office/powerpoint/2010/main" val="335378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79512" y="151593"/>
            <a:ext cx="4543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Specific Objectives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10" name="Rectangle 2">
            <a:extLst>
              <a:ext uri="{FF2B5EF4-FFF2-40B4-BE49-F238E27FC236}">
                <a16:creationId xmlns:a16="http://schemas.microsoft.com/office/drawing/2014/main" id="{77F1D034-9E18-F973-848C-4AF0F324EF3B}"/>
              </a:ext>
            </a:extLst>
          </p:cNvPr>
          <p:cNvSpPr>
            <a:spLocks noGrp="1" noChangeArrowheads="1"/>
          </p:cNvSpPr>
          <p:nvPr>
            <p:ph idx="1"/>
          </p:nvPr>
        </p:nvSpPr>
        <p:spPr bwMode="auto">
          <a:xfrm>
            <a:off x="179512" y="1674482"/>
            <a:ext cx="858918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To build a chatbot that communicates in a target language (Spanish or others).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To detect grammar mistakes in user input.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To provide real-time corrections and explanations.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To improve language learning through conversational practice.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To support multilingual language learning environments.</a:t>
            </a:r>
          </a:p>
        </p:txBody>
      </p:sp>
    </p:spTree>
    <p:extLst>
      <p:ext uri="{BB962C8B-B14F-4D97-AF65-F5344CB8AC3E}">
        <p14:creationId xmlns:p14="http://schemas.microsoft.com/office/powerpoint/2010/main" val="1047329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Key Features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Rectangle 2">
            <a:extLst>
              <a:ext uri="{FF2B5EF4-FFF2-40B4-BE49-F238E27FC236}">
                <a16:creationId xmlns:a16="http://schemas.microsoft.com/office/drawing/2014/main" id="{DE5373E9-A715-E251-A02F-C91B23149D41}"/>
              </a:ext>
            </a:extLst>
          </p:cNvPr>
          <p:cNvSpPr>
            <a:spLocks noChangeArrowheads="1"/>
          </p:cNvSpPr>
          <p:nvPr/>
        </p:nvSpPr>
        <p:spPr bwMode="auto">
          <a:xfrm>
            <a:off x="0" y="1131863"/>
            <a:ext cx="716428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Conversational AI for real-time chatting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Grammar mistake detection and correction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Support for multiple languages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Explanation of grammar rules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Learning progress tracking (optional)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Machine translation for understanding user input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Educational interface for students</a:t>
            </a:r>
          </a:p>
        </p:txBody>
      </p:sp>
    </p:spTree>
    <p:extLst>
      <p:ext uri="{BB962C8B-B14F-4D97-AF65-F5344CB8AC3E}">
        <p14:creationId xmlns:p14="http://schemas.microsoft.com/office/powerpoint/2010/main" val="957423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61173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a:t>
            </a:r>
            <a:r>
              <a:rPr lang="en-US" sz="3200" b="1" kern="100" dirty="0" err="1">
                <a:effectLst/>
                <a:latin typeface="Verdana" panose="020B0604030504040204" pitchFamily="34" charset="0"/>
                <a:ea typeface="Times New Roman" panose="02020603050405020304" pitchFamily="18" charset="0"/>
                <a:cs typeface="Times New Roman" panose="02020603050405020304" pitchFamily="18" charset="0"/>
              </a:rPr>
              <a:t>Usecases</a:t>
            </a: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 &amp; Scope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97768" y="1386529"/>
            <a:ext cx="8784976" cy="4832092"/>
          </a:xfrm>
          <a:prstGeom prst="rect">
            <a:avLst/>
          </a:prstGeom>
          <a:noFill/>
        </p:spPr>
        <p:txBody>
          <a:bodyPr wrap="square">
            <a:spAutoFit/>
          </a:bodyPr>
          <a:lstStyle/>
          <a:p>
            <a:r>
              <a:rPr lang="en-US" sz="2800" b="1" dirty="0"/>
              <a:t>Use Case</a:t>
            </a:r>
          </a:p>
          <a:p>
            <a:r>
              <a:rPr lang="en-US" sz="2800" dirty="0"/>
              <a:t>Students learning foreign languages</a:t>
            </a:r>
          </a:p>
          <a:p>
            <a:r>
              <a:rPr lang="en-US" sz="2800" dirty="0"/>
              <a:t>Teachers using AI tools for grammar correction</a:t>
            </a:r>
          </a:p>
          <a:p>
            <a:r>
              <a:rPr lang="en-US" sz="2800" dirty="0"/>
              <a:t>Online language learning platforms (like Duolingo, Babbel)</a:t>
            </a:r>
          </a:p>
          <a:p>
            <a:r>
              <a:rPr lang="en-US" sz="2800" dirty="0"/>
              <a:t>Self-learning users practicing conversation</a:t>
            </a:r>
          </a:p>
          <a:p>
            <a:r>
              <a:rPr lang="en-US" sz="2800" b="1" dirty="0"/>
              <a:t>Scope</a:t>
            </a:r>
          </a:p>
          <a:p>
            <a:r>
              <a:rPr lang="en-US" sz="2800" dirty="0"/>
              <a:t>Real-time text-based conversation</a:t>
            </a:r>
          </a:p>
          <a:p>
            <a:r>
              <a:rPr lang="en-US" sz="2800" dirty="0"/>
              <a:t>Grammar correction and suggestions</a:t>
            </a:r>
          </a:p>
          <a:p>
            <a:r>
              <a:rPr lang="en-US" sz="2800" dirty="0"/>
              <a:t>Language translation support</a:t>
            </a:r>
          </a:p>
          <a:p>
            <a:r>
              <a:rPr lang="en-US" sz="2800" dirty="0"/>
              <a:t>Can be extended to voice input/output in future</a:t>
            </a:r>
          </a:p>
          <a:p>
            <a:r>
              <a:rPr lang="en-US" sz="2800" dirty="0"/>
              <a:t>Integration with mobile or web applications</a:t>
            </a:r>
          </a:p>
        </p:txBody>
      </p:sp>
    </p:spTree>
    <p:extLst>
      <p:ext uri="{BB962C8B-B14F-4D97-AF65-F5344CB8AC3E}">
        <p14:creationId xmlns:p14="http://schemas.microsoft.com/office/powerpoint/2010/main" val="3295812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7133" y="100424"/>
            <a:ext cx="828092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Prototype/Project Flow diagram/Architecture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C4C019B9-FD82-A386-E6CE-AFD73E3A81A6}"/>
              </a:ext>
            </a:extLst>
          </p:cNvPr>
          <p:cNvSpPr txBox="1"/>
          <p:nvPr/>
        </p:nvSpPr>
        <p:spPr>
          <a:xfrm>
            <a:off x="177133" y="1177641"/>
            <a:ext cx="6843139" cy="5016758"/>
          </a:xfrm>
          <a:prstGeom prst="rect">
            <a:avLst/>
          </a:prstGeom>
          <a:noFill/>
        </p:spPr>
        <p:txBody>
          <a:bodyPr wrap="square">
            <a:spAutoFit/>
          </a:bodyPr>
          <a:lstStyle/>
          <a:p>
            <a:r>
              <a:rPr lang="en-IN" sz="1600" b="1" dirty="0"/>
              <a:t>Start</a:t>
            </a:r>
          </a:p>
          <a:p>
            <a:r>
              <a:rPr lang="en-IN" sz="1600" b="1" dirty="0"/>
              <a:t>  ↓</a:t>
            </a:r>
          </a:p>
          <a:p>
            <a:r>
              <a:rPr lang="en-IN" sz="1600" b="1" dirty="0"/>
              <a:t>User Input (Text)</a:t>
            </a:r>
          </a:p>
          <a:p>
            <a:r>
              <a:rPr lang="en-IN" sz="1600" b="1" dirty="0"/>
              <a:t>  ↓</a:t>
            </a:r>
          </a:p>
          <a:p>
            <a:r>
              <a:rPr lang="en-IN" sz="1600" b="1" dirty="0"/>
              <a:t>Language Detection Module</a:t>
            </a:r>
          </a:p>
          <a:p>
            <a:r>
              <a:rPr lang="en-IN" sz="1600" b="1" dirty="0"/>
              <a:t>  ↓</a:t>
            </a:r>
          </a:p>
          <a:p>
            <a:r>
              <a:rPr lang="en-IN" sz="1600" b="1" dirty="0"/>
              <a:t>Grammar Checking Engine</a:t>
            </a:r>
          </a:p>
          <a:p>
            <a:r>
              <a:rPr lang="en-IN" sz="1600" b="1" dirty="0"/>
              <a:t>  ↓</a:t>
            </a:r>
          </a:p>
          <a:p>
            <a:r>
              <a:rPr lang="en-IN" sz="1600" b="1" dirty="0"/>
              <a:t>Machine Translation (If Required)</a:t>
            </a:r>
          </a:p>
          <a:p>
            <a:r>
              <a:rPr lang="en-IN" sz="1600" b="1" dirty="0"/>
              <a:t>  ↓</a:t>
            </a:r>
          </a:p>
          <a:p>
            <a:r>
              <a:rPr lang="en-IN" sz="1600" b="1" dirty="0"/>
              <a:t>NLP Processing &amp; Error Analysis</a:t>
            </a:r>
          </a:p>
          <a:p>
            <a:r>
              <a:rPr lang="en-IN" sz="1600" b="1" dirty="0"/>
              <a:t>  ↓</a:t>
            </a:r>
          </a:p>
          <a:p>
            <a:r>
              <a:rPr lang="en-IN" sz="1600" b="1" dirty="0"/>
              <a:t>Generate Corrected Sentence</a:t>
            </a:r>
          </a:p>
          <a:p>
            <a:r>
              <a:rPr lang="en-IN" sz="1600" b="1" dirty="0"/>
              <a:t>  ↓</a:t>
            </a:r>
          </a:p>
          <a:p>
            <a:r>
              <a:rPr lang="en-IN" sz="1600" b="1" dirty="0"/>
              <a:t>Explain Grammar Rule</a:t>
            </a:r>
          </a:p>
          <a:p>
            <a:r>
              <a:rPr lang="en-IN" sz="1600" b="1" dirty="0"/>
              <a:t>  ↓</a:t>
            </a:r>
          </a:p>
          <a:p>
            <a:r>
              <a:rPr lang="en-IN" sz="1600" b="1" dirty="0"/>
              <a:t>Chatbot Response to User</a:t>
            </a:r>
          </a:p>
          <a:p>
            <a:r>
              <a:rPr lang="en-IN" sz="1600" b="1" dirty="0"/>
              <a:t>  ↓</a:t>
            </a:r>
          </a:p>
          <a:p>
            <a:r>
              <a:rPr lang="en-IN" sz="1600" b="1" dirty="0"/>
              <a:t>End</a:t>
            </a:r>
          </a:p>
          <a:p>
            <a:endParaRPr lang="en-IN" sz="1600" b="1" dirty="0"/>
          </a:p>
        </p:txBody>
      </p:sp>
    </p:spTree>
    <p:extLst>
      <p:ext uri="{BB962C8B-B14F-4D97-AF65-F5344CB8AC3E}">
        <p14:creationId xmlns:p14="http://schemas.microsoft.com/office/powerpoint/2010/main" val="2093371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Data &amp; Resources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C67A919E-7DB1-E6B8-D950-8901A88C816D}"/>
              </a:ext>
            </a:extLst>
          </p:cNvPr>
          <p:cNvSpPr txBox="1"/>
          <p:nvPr/>
        </p:nvSpPr>
        <p:spPr>
          <a:xfrm>
            <a:off x="179512" y="1182722"/>
            <a:ext cx="7560840" cy="4524315"/>
          </a:xfrm>
          <a:prstGeom prst="rect">
            <a:avLst/>
          </a:prstGeom>
          <a:noFill/>
        </p:spPr>
        <p:txBody>
          <a:bodyPr wrap="square">
            <a:spAutoFit/>
          </a:bodyPr>
          <a:lstStyle/>
          <a:p>
            <a:r>
              <a:rPr lang="en-IN" sz="2400" b="1" dirty="0"/>
              <a:t>Data Required</a:t>
            </a:r>
          </a:p>
          <a:p>
            <a:r>
              <a:rPr lang="en-IN" sz="2400" dirty="0"/>
              <a:t>Language datasets (Spanish, English, etc.)</a:t>
            </a:r>
          </a:p>
          <a:p>
            <a:r>
              <a:rPr lang="en-IN" sz="2400" dirty="0"/>
              <a:t>Grammar rules and corpora</a:t>
            </a:r>
          </a:p>
          <a:p>
            <a:r>
              <a:rPr lang="en-IN" sz="2400" dirty="0"/>
              <a:t>Conversational datasets for chatbot training</a:t>
            </a:r>
          </a:p>
          <a:p>
            <a:r>
              <a:rPr lang="en-IN" sz="2400" b="1" dirty="0"/>
              <a:t>Resources</a:t>
            </a:r>
          </a:p>
          <a:p>
            <a:r>
              <a:rPr lang="en-IN" sz="2400" dirty="0"/>
              <a:t>Python Programming</a:t>
            </a:r>
          </a:p>
          <a:p>
            <a:r>
              <a:rPr lang="en-IN" sz="2400" dirty="0"/>
              <a:t>NLP Libraries (NLTK, </a:t>
            </a:r>
            <a:r>
              <a:rPr lang="en-IN" sz="2400" dirty="0" err="1"/>
              <a:t>SpaCy</a:t>
            </a:r>
            <a:r>
              <a:rPr lang="en-IN" sz="2400" dirty="0"/>
              <a:t>, Transformers)</a:t>
            </a:r>
          </a:p>
          <a:p>
            <a:r>
              <a:rPr lang="en-IN" sz="2400" dirty="0"/>
              <a:t>Machine Translation APIs (Google Translate API, </a:t>
            </a:r>
            <a:r>
              <a:rPr lang="en-IN" sz="2400" dirty="0" err="1"/>
              <a:t>MarianMT</a:t>
            </a:r>
            <a:r>
              <a:rPr lang="en-IN" sz="2400" dirty="0"/>
              <a:t>)</a:t>
            </a:r>
          </a:p>
          <a:p>
            <a:r>
              <a:rPr lang="en-IN" sz="2400" dirty="0"/>
              <a:t>Grammar checking tools (</a:t>
            </a:r>
            <a:r>
              <a:rPr lang="en-IN" sz="2400" dirty="0" err="1"/>
              <a:t>LanguageTool</a:t>
            </a:r>
            <a:r>
              <a:rPr lang="en-IN" sz="2400" dirty="0"/>
              <a:t>)</a:t>
            </a:r>
          </a:p>
          <a:p>
            <a:r>
              <a:rPr lang="en-IN" sz="2400" dirty="0"/>
              <a:t>Chatbot frameworks (Rasa, </a:t>
            </a:r>
            <a:r>
              <a:rPr lang="en-IN" sz="2400" dirty="0" err="1"/>
              <a:t>Dialogflow</a:t>
            </a:r>
            <a:r>
              <a:rPr lang="en-IN" sz="2400" dirty="0"/>
              <a:t>, Flask)</a:t>
            </a:r>
          </a:p>
          <a:p>
            <a:r>
              <a:rPr lang="en-IN" sz="2400" dirty="0"/>
              <a:t>Hardware: PC or cloud server</a:t>
            </a:r>
          </a:p>
          <a:p>
            <a:pPr algn="l">
              <a:buFont typeface="Arial" panose="020B0604020202020204" pitchFamily="34" charset="0"/>
              <a:buChar char="•"/>
            </a:pPr>
            <a:endParaRPr lang="en-US" sz="2400" b="0" i="0" dirty="0">
              <a:solidFill>
                <a:srgbClr val="374151"/>
              </a:solidFill>
              <a:effectLst/>
              <a:latin typeface="Söhne"/>
            </a:endParaRPr>
          </a:p>
        </p:txBody>
      </p:sp>
    </p:spTree>
    <p:extLst>
      <p:ext uri="{BB962C8B-B14F-4D97-AF65-F5344CB8AC3E}">
        <p14:creationId xmlns:p14="http://schemas.microsoft.com/office/powerpoint/2010/main" val="3449068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4047" y="0"/>
            <a:ext cx="9180512" cy="6885384"/>
          </a:xfrm>
        </p:spPr>
      </p:pic>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659AC123-1FF4-759B-44D8-95C077A7D7D5}"/>
              </a:ext>
            </a:extLst>
          </p:cNvPr>
          <p:cNvSpPr txBox="1"/>
          <p:nvPr/>
        </p:nvSpPr>
        <p:spPr>
          <a:xfrm>
            <a:off x="213724" y="1306624"/>
            <a:ext cx="8606747" cy="4247317"/>
          </a:xfrm>
          <a:prstGeom prst="rect">
            <a:avLst/>
          </a:prstGeom>
          <a:noFill/>
        </p:spPr>
        <p:txBody>
          <a:bodyPr wrap="square">
            <a:spAutoFit/>
          </a:bodyPr>
          <a:lstStyle/>
          <a:p>
            <a:r>
              <a:rPr lang="en-IN" b="1" dirty="0"/>
              <a:t>Step 1: Requirement Analysis</a:t>
            </a:r>
          </a:p>
          <a:p>
            <a:r>
              <a:rPr lang="en-IN" dirty="0"/>
              <a:t>Identify target language and user requirements.</a:t>
            </a:r>
          </a:p>
          <a:p>
            <a:r>
              <a:rPr lang="en-IN" b="1" dirty="0"/>
              <a:t>Step 2: System Design</a:t>
            </a:r>
          </a:p>
          <a:p>
            <a:r>
              <a:rPr lang="en-IN" dirty="0"/>
              <a:t>Design chatbot architecture and grammar correction modules.</a:t>
            </a:r>
          </a:p>
          <a:p>
            <a:r>
              <a:rPr lang="en-IN" b="1" dirty="0"/>
              <a:t>Step 3: Data Collection</a:t>
            </a:r>
          </a:p>
          <a:p>
            <a:r>
              <a:rPr lang="en-IN" dirty="0"/>
              <a:t>Collect language datasets and grammar corpora.</a:t>
            </a:r>
          </a:p>
          <a:p>
            <a:r>
              <a:rPr lang="en-IN" b="1" dirty="0"/>
              <a:t>Step 4: Model Development</a:t>
            </a:r>
          </a:p>
          <a:p>
            <a:r>
              <a:rPr lang="en-IN" dirty="0"/>
              <a:t>Implement NLP processing</a:t>
            </a:r>
          </a:p>
          <a:p>
            <a:r>
              <a:rPr lang="en-IN" dirty="0"/>
              <a:t>Integrate grammar checking models</a:t>
            </a:r>
          </a:p>
          <a:p>
            <a:r>
              <a:rPr lang="en-IN" dirty="0"/>
              <a:t>Add translation module</a:t>
            </a:r>
          </a:p>
          <a:p>
            <a:r>
              <a:rPr lang="en-IN" b="1" dirty="0"/>
              <a:t>Step 5: Testing</a:t>
            </a:r>
          </a:p>
          <a:p>
            <a:r>
              <a:rPr lang="en-IN" dirty="0"/>
              <a:t>Test with real user inputs</a:t>
            </a:r>
          </a:p>
          <a:p>
            <a:r>
              <a:rPr lang="en-IN" dirty="0"/>
              <a:t>Check accuracy of grammar corrections</a:t>
            </a:r>
          </a:p>
          <a:p>
            <a:r>
              <a:rPr lang="en-IN" b="1" dirty="0"/>
              <a:t>Step 6: Deployment</a:t>
            </a:r>
          </a:p>
          <a:p>
            <a:pPr algn="l">
              <a:buFont typeface="Arial" panose="020B0604020202020204" pitchFamily="34" charset="0"/>
              <a:buChar char="•"/>
            </a:pPr>
            <a:r>
              <a:rPr lang="en-US" b="0" i="0" dirty="0">
                <a:solidFill>
                  <a:srgbClr val="374151"/>
                </a:solidFill>
                <a:effectLst/>
                <a:latin typeface="Söhne"/>
              </a:rPr>
              <a:t>Deploy as a web or mobile chatbot application</a:t>
            </a:r>
          </a:p>
        </p:txBody>
      </p:sp>
    </p:spTree>
    <p:extLst>
      <p:ext uri="{BB962C8B-B14F-4D97-AF65-F5344CB8AC3E}">
        <p14:creationId xmlns:p14="http://schemas.microsoft.com/office/powerpoint/2010/main" val="1099878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Expected Results &amp; Impact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4401205"/>
          </a:xfrm>
          <a:prstGeom prst="rect">
            <a:avLst/>
          </a:prstGeom>
          <a:noFill/>
        </p:spPr>
        <p:txBody>
          <a:bodyPr wrap="square">
            <a:spAutoFit/>
          </a:bodyPr>
          <a:lstStyle/>
          <a:p>
            <a:r>
              <a:rPr lang="en-US" sz="2800" b="1" dirty="0"/>
              <a:t>Expected Results</a:t>
            </a:r>
          </a:p>
          <a:p>
            <a:r>
              <a:rPr lang="en-US" sz="2800" dirty="0"/>
              <a:t>Users receive corrected sentences instantly</a:t>
            </a:r>
          </a:p>
          <a:p>
            <a:r>
              <a:rPr lang="en-US" sz="2800" dirty="0"/>
              <a:t>Improved grammar accuracy in language learners</a:t>
            </a:r>
          </a:p>
          <a:p>
            <a:r>
              <a:rPr lang="en-US" sz="2800" dirty="0"/>
              <a:t>Interactive learning environment</a:t>
            </a:r>
          </a:p>
          <a:p>
            <a:r>
              <a:rPr lang="en-US" sz="2800" dirty="0"/>
              <a:t>Multilingual communication support</a:t>
            </a:r>
          </a:p>
          <a:p>
            <a:r>
              <a:rPr lang="en-US" sz="2800" b="1" dirty="0"/>
              <a:t>Impact</a:t>
            </a:r>
          </a:p>
          <a:p>
            <a:r>
              <a:rPr lang="en-US" sz="2800" dirty="0"/>
              <a:t>Enhances language education</a:t>
            </a:r>
          </a:p>
          <a:p>
            <a:r>
              <a:rPr lang="en-US" sz="2800" dirty="0"/>
              <a:t>Reduces dependency on teachers for basic corrections</a:t>
            </a:r>
          </a:p>
          <a:p>
            <a:r>
              <a:rPr lang="en-US" sz="2800" dirty="0"/>
              <a:t>Supports self-learning and personalized education</a:t>
            </a:r>
          </a:p>
          <a:p>
            <a:r>
              <a:rPr lang="en-US" sz="2800" dirty="0"/>
              <a:t>Useful for EdTech companies and educational institutions</a:t>
            </a:r>
          </a:p>
        </p:txBody>
      </p:sp>
    </p:spTree>
    <p:extLst>
      <p:ext uri="{BB962C8B-B14F-4D97-AF65-F5344CB8AC3E}">
        <p14:creationId xmlns:p14="http://schemas.microsoft.com/office/powerpoint/2010/main" val="256260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D42DB-FF71-D8E6-630F-399C60C5361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2FB631E-E469-C80D-C58A-99E545F3785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3B6D9598-AD90-B9CA-8610-998CE22F1CA3}"/>
              </a:ext>
            </a:extLst>
          </p:cNvPr>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Timeline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1362D34C-9176-DD2A-8AAF-507BD46BD71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066F8A4-300F-9AE0-4A5E-2A2D19A8A5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166FAC4-E627-209B-D9A4-20EC84D69C44}"/>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3EFC42AB-18CA-0963-DBE1-ABF7FDD5C215}"/>
              </a:ext>
            </a:extLst>
          </p:cNvPr>
          <p:cNvSpPr txBox="1"/>
          <p:nvPr/>
        </p:nvSpPr>
        <p:spPr>
          <a:xfrm>
            <a:off x="179512" y="1274263"/>
            <a:ext cx="8208912" cy="369332"/>
          </a:xfrm>
          <a:prstGeom prst="rect">
            <a:avLst/>
          </a:prstGeom>
          <a:noFill/>
        </p:spPr>
        <p:txBody>
          <a:bodyPr wrap="square">
            <a:spAutoFit/>
          </a:bodyPr>
          <a:lstStyle/>
          <a:p>
            <a:pPr marL="285750" indent="-285750">
              <a:buFont typeface="Arial" panose="020B0604020202020204" pitchFamily="34" charset="0"/>
              <a:buChar char="•"/>
            </a:pPr>
            <a:endParaRPr lang="en-US" dirty="0"/>
          </a:p>
        </p:txBody>
      </p:sp>
      <p:sp>
        <p:nvSpPr>
          <p:cNvPr id="16" name="TextBox 15">
            <a:extLst>
              <a:ext uri="{FF2B5EF4-FFF2-40B4-BE49-F238E27FC236}">
                <a16:creationId xmlns:a16="http://schemas.microsoft.com/office/drawing/2014/main" id="{3BF333F5-B4DA-FE32-6737-AEB75EABAA7E}"/>
              </a:ext>
            </a:extLst>
          </p:cNvPr>
          <p:cNvSpPr txBox="1"/>
          <p:nvPr/>
        </p:nvSpPr>
        <p:spPr>
          <a:xfrm>
            <a:off x="251520" y="1182721"/>
            <a:ext cx="7992888" cy="4893647"/>
          </a:xfrm>
          <a:prstGeom prst="rect">
            <a:avLst/>
          </a:prstGeom>
          <a:noFill/>
        </p:spPr>
        <p:txBody>
          <a:bodyPr wrap="square">
            <a:spAutoFit/>
          </a:bodyPr>
          <a:lstStyle/>
          <a:p>
            <a:pPr>
              <a:buNone/>
            </a:pPr>
            <a:r>
              <a:rPr lang="en-US" sz="2400" dirty="0"/>
              <a:t>The project is planned to be completed in several phases.</a:t>
            </a:r>
          </a:p>
          <a:p>
            <a:pPr>
              <a:buNone/>
            </a:pPr>
            <a:r>
              <a:rPr lang="en-US" sz="2400" dirty="0"/>
              <a:t> First, the requirements and objectives of the chatbot system are analyzed and the target language and tools are selected. Next, the system architecture and flow design are prepared. After that, language datasets and grammar resources are collected and processed. Then, different modules such as language detection, grammar checking, translation, and NLP processing are developed and integrated into the chatbot. The system is tested with various inputs to check accuracy and performance. Finally, the chatbot is deployed and the project report and documentation are prepared for submission.</a:t>
            </a:r>
          </a:p>
          <a:p>
            <a:pPr>
              <a:buNone/>
            </a:pPr>
            <a:r>
              <a:rPr lang="en-US" sz="2400" dirty="0"/>
              <a:t>The total project duration is estimated to be around </a:t>
            </a:r>
            <a:r>
              <a:rPr lang="en-US" sz="2400" b="1" dirty="0"/>
              <a:t>8–10 weeks</a:t>
            </a:r>
            <a:r>
              <a:rPr lang="en-US" sz="2400" dirty="0"/>
              <a:t>.</a:t>
            </a:r>
          </a:p>
        </p:txBody>
      </p:sp>
    </p:spTree>
    <p:extLst>
      <p:ext uri="{BB962C8B-B14F-4D97-AF65-F5344CB8AC3E}">
        <p14:creationId xmlns:p14="http://schemas.microsoft.com/office/powerpoint/2010/main" val="3449508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6076</TotalTime>
  <Words>716</Words>
  <Application>Microsoft Office PowerPoint</Application>
  <PresentationFormat>On-screen Show (4:3)</PresentationFormat>
  <Paragraphs>128</Paragraphs>
  <Slides>12</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Cambria</vt:lpstr>
      <vt:lpstr>Garamond</vt:lpstr>
      <vt:lpstr>Söhne</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shashwat kumar</cp:lastModifiedBy>
  <cp:revision>308</cp:revision>
  <cp:lastPrinted>2022-09-05T08:43:44Z</cp:lastPrinted>
  <dcterms:created xsi:type="dcterms:W3CDTF">2020-01-16T09:05:56Z</dcterms:created>
  <dcterms:modified xsi:type="dcterms:W3CDTF">2026-02-18T14:55:21Z</dcterms:modified>
</cp:coreProperties>
</file>